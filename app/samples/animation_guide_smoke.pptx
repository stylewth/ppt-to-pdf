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700000" y="50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sz="3600">
                <a:solidFill>
                  <a:srgbClr val="17324D"/>
                </a:solidFill>
                <a:latin typeface="Microsoft YaHei"/>
                <a:ea typeface="Microsoft YaHei"/>
              </a:rPr>
              <a:t>V3A Native Conversion</a:t>
            </a:r>
          </a:p>
        </p:txBody>
      </p:sp>
      <p:sp>
        <p:nvSpPr>
          <p:cNvPr id="3" name="Body 1"/>
          <p:cNvSpPr/>
          <p:nvPr/>
        </p:nvSpPr>
        <p:spPr>
          <a:xfrm>
            <a:off x="900000" y="1700000"/>
            <a:ext cx="7000000" cy="900000"/>
          </a:xfrm>
          <a:prstGeom prst="roundRect">
            <a:avLst/>
          </a:prstGeom>
          <a:solidFill>
            <a:srgbClr val="EAF3EE"/>
          </a:solidFill>
          <a:ln w="12700">
            <a:solidFill>
              <a:srgbClr val="237A57"/>
            </a:solidFill>
          </a:ln>
        </p:spPr>
        <p:txBody>
          <a:bodyPr lIns="250000" tIns="120000" rIns="250000" bIns="120000"/>
          <a:lstStyle/>
          <a:p>
            <a:r>
              <a:rPr lang="en-US" sz="2400">
                <a:solidFill>
                  <a:srgbClr val="17201B"/>
                </a:solidFill>
                <a:latin typeface="Calibri"/>
              </a:rPr>
              <a:t>Layout, shapes and text should be preserved in base.pdf.</a:t>
            </a:r>
          </a:p>
        </p:txBody>
      </p:sp>
    </p:spTree>
  </p:cSld>
  <p:timing>
    <p:tnLst>
      <p:par>
        <p:cTn id="1">
          <p:childTnLst>
            <p:seq>
              <p:cTn id="2">
                <p:childTnLst>
                  <p:par>
                    <p:cTn id="3" presetClass="entr">
                      <p:childTnLst>
                        <p:animEffect transition="in" filter="fade">
                          <p:cBhvr>
                            <p:cTn id="4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  <p:clrMapOvr>
    <a:masterClrMapping/>
  </p:clrMapOvr>
</p:sld>
</file>

<file path=ppt/theme/theme1.xml><?xml version="1.0" encoding="utf-8"?>
<a:theme xmlns:a="http://schemas.openxmlformats.org/drawingml/2006/main" name="Slide2Study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Slide2Study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Native conversion sample</dc:title>
</cp:coreProperties>
</file>