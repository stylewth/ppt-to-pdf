
<file path=[Content_Types].xml><?xml version="1.0" encoding="utf-8"?>
<Types/>
</file>

<file path=ppt/presentation.xml><?xml version="1.0" encoding="utf-8"?>
<p:presentation xmlns:p="http://schemas.openxmlformats.org/presentationml/2006/main"/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txBody>
          <a:p>
            <a:r>
              <a:t>教师备注：先展示问题，再展示答案。</a:t>
            </a:r>
          </a:p>
        </p:txBody>
      </p:sp>
    </p:spTree>
  </p:cSld>
</p:notes>
</file>

<file path=ppt/slides/_rels/slide1.xml.rels><?xml version="1.0" encoding="UTF-8"?>
<Relationships xmlns="http://schemas.openxmlformats.org/package/2006/relationships">
  <Relationship Id="rId1" Type="http://schemas.openxmlformats.org/officeDocument/2006/relationships/notesSlide" Target="../notesSlides/notesSlide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</p:nvGrpSpPr>
      <p:grpSpPr/>
      <p:sp>
        <p:nvSpPr>
          <p:cNvPr id="2" name="Title"/>
        </p:nvSpPr>
        <p:spPr>
          <a:xfrm>
            <a:off x="0" y="0"/>
            <a:ext cx="5000000" cy="600000"/>
          </a:xfrm>
        </p:spPr>
        <p:txBody>
          <a:p>
            <a:r>
              <a:t>梯度下降</a:t>
            </a:r>
          </a:p>
        </p:txBody>
      </p:sp>
      <p:sp>
        <p:nvSpPr>
          <p:cNvPr id="3" name="Step A"/>
        </p:nvSpPr>
        <p:spPr>
          <a:xfrm>
            <a:off x="100000" y="900000"/>
            <a:ext cx="2000000" cy="900000"/>
          </a:xfrm>
        </p:spPr>
        <p:txBody>
          <a:p>
            <a:r>
              <a:t>当前位置</a:t>
            </a:r>
          </a:p>
        </p:txBody>
      </p:sp>
      <p:sp>
        <p:nvSpPr>
          <p:cNvPr id="4" name="Cover"/>
        </p:nvSpPr>
        <p:spPr>
          <a:xfrm>
            <a:off x="900000" y="1000000"/>
            <a:ext cx="2100000" cy="900000"/>
          </a:xfrm>
        </p:spPr>
        <p:txBody>
          <a:p>
            <a:r>
              <a:t>最终公式</a:t>
            </a:r>
          </a:p>
        </p:txBody>
      </p:sp>
    </p:spTree>
  </p:cSld>
  <p:timing>
    <p:tnLst>
      <p:par>
        <p:cTn id="1">
          <p:childTnLst>
            <p:seq>
              <p:cTn id="2">
                <p:childTnLst>
                  <p:par>
                    <p:cTn id="3" presetClass="entr">
                      <p:childTnLst>
                        <p:animEffect transition="in" filter="fade">
                          <p:cBhvr>
                            <p:cTn id="4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Class="entr">
                      <p:childTnLst>
                        <p:animEffect transition="in" filter="wipe(r)">
                          <p:cBhvr>
                            <p:cTn id="6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seq>
          </p:childTnLst>
        </p:cTn>
      </p:par>
    </p:tnLst>
  </p:timing>
</p:sld>
</file>