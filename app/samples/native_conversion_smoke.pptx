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700000" y="50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>
                <a:solidFill>
                  <a:srgbClr val="17324D"/>
                </a:solidFill>
                <a:latin typeface="Microsoft YaHei"/>
                <a:ea typeface="Microsoft YaHei"/>
              </a:rPr>
              <a:t>V3A Native Conversion</a:t>
            </a:r>
          </a:p>
        </p:txBody>
      </p:sp>
      <p:sp>
        <p:nvSpPr>
          <p:cNvPr id="3" name="Body 1"/>
          <p:cNvSpPr/>
          <p:nvPr/>
        </p:nvSpPr>
        <p:spPr>
          <a:xfrm>
            <a:off x="900000" y="1700000"/>
            <a:ext cx="7000000" cy="90000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237A57"/>
            </a:solidFill>
          </a:ln>
        </p:spPr>
        <p:txBody>
          <a:bodyPr lIns="250000" tIns="120000" rIns="250000" bIns="120000"/>
          <a:lstStyle/>
          <a:p>
            <a:r>
              <a:rPr lang="en-US" sz="2400">
                <a:solidFill>
                  <a:srgbClr val="17201B"/>
                </a:solidFill>
                <a:latin typeface="Calibri"/>
              </a:rPr>
              <a:t>Layout, shapes and text should be preserved in base.pdf.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2Stud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Slide2Study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Native conversion sample</dc:title>
</cp:coreProperties>
</file>